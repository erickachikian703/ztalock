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33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8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933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9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81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81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92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99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6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876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86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419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58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60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941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24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29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9145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06662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Presented by: </a:t>
            </a:r>
            <a:r>
              <a:rPr lang="en-US" dirty="0"/>
              <a:t>Eric Kachikian</a:t>
            </a:r>
            <a:endParaRPr dirty="0"/>
          </a:p>
          <a:p>
            <a:pPr marL="0" indent="0">
              <a:buNone/>
            </a:pPr>
            <a:r>
              <a:rPr dirty="0"/>
              <a:t>Date: </a:t>
            </a:r>
            <a:r>
              <a:rPr lang="en-US" dirty="0"/>
              <a:t>12/1/2025</a:t>
            </a:r>
            <a:endParaRPr dirty="0"/>
          </a:p>
          <a:p>
            <a:pPr marL="0" indent="0">
              <a:buNone/>
            </a:pPr>
            <a:r>
              <a:rPr lang="en-US" dirty="0"/>
              <a:t>CSUCI</a:t>
            </a:r>
            <a:br>
              <a:rPr lang="en-US" dirty="0"/>
            </a:br>
            <a:r>
              <a:rPr lang="en-US" dirty="0"/>
              <a:t>COMP 499</a:t>
            </a:r>
            <a:endParaRPr dirty="0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BD40782-66C6-1EFD-C997-68E854311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21" y="1496362"/>
            <a:ext cx="5307226" cy="18564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099" y="80866"/>
            <a:ext cx="7543800" cy="1450757"/>
          </a:xfrm>
        </p:spPr>
        <p:txBody>
          <a:bodyPr>
            <a:normAutofit/>
          </a:bodyPr>
          <a:lstStyle/>
          <a:p>
            <a:r>
              <a:rPr sz="3200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688258"/>
            <a:ext cx="7543801" cy="56338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dirty="0"/>
              <a:t>	</a:t>
            </a:r>
            <a:br>
              <a:rPr lang="en-US" sz="1500" dirty="0"/>
            </a:br>
            <a:r>
              <a:rPr lang="en-US" sz="1200" b="1" dirty="0"/>
              <a:t>Project Context: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200" dirty="0"/>
              <a:t>M</a:t>
            </a:r>
            <a:r>
              <a:rPr sz="1200" dirty="0"/>
              <a:t>odern networks face increasing internal &amp; external cyber threats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Traditional perimeter security is no longer enough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Zero Trust (“Never Trust, Always Verify”) improves internal security</a:t>
            </a:r>
          </a:p>
          <a:p>
            <a:pPr marL="0" indent="0">
              <a:buNone/>
            </a:pPr>
            <a:r>
              <a:rPr sz="1200" b="1" dirty="0"/>
              <a:t>Problem Addressed</a:t>
            </a:r>
            <a:r>
              <a:rPr lang="en-US" sz="1200" b="1" dirty="0"/>
              <a:t>:</a:t>
            </a:r>
            <a:endParaRPr sz="1200" b="1" dirty="0"/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How to design a segmented, secure enterprise network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How to prevent lateral movement &amp; rogue devices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How to simulate Zero Trust using Cisco Packet Tracer</a:t>
            </a:r>
          </a:p>
          <a:p>
            <a:pPr marL="0" indent="0">
              <a:buNone/>
            </a:pPr>
            <a:r>
              <a:rPr sz="1200" b="1" dirty="0"/>
              <a:t>Objectives</a:t>
            </a:r>
            <a:r>
              <a:rPr lang="en-US" sz="1200" b="1" dirty="0"/>
              <a:t>:</a:t>
            </a:r>
            <a:endParaRPr sz="1200" b="1" dirty="0"/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Build segmented VLAN network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Enforce Zero Trust </a:t>
            </a:r>
            <a:r>
              <a:rPr sz="1200" dirty="0" err="1"/>
              <a:t>microsegmentation</a:t>
            </a:r>
            <a:r>
              <a:rPr sz="1200" dirty="0"/>
              <a:t> with ACLs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Implement secure management (AAA + SSH)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Deploy DMZ, port security, DHCP snooping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Validate controls through structured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497" y="204290"/>
            <a:ext cx="7772400" cy="1456267"/>
          </a:xfrm>
        </p:spPr>
        <p:txBody>
          <a:bodyPr>
            <a:normAutofit/>
          </a:bodyPr>
          <a:lstStyle/>
          <a:p>
            <a:r>
              <a:rPr sz="3200" b="1" dirty="0"/>
              <a:t>Background /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1497" y="1525476"/>
            <a:ext cx="7772400" cy="43065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200" b="1" dirty="0"/>
              <a:t>Issues in Traditional Networks</a:t>
            </a:r>
            <a:r>
              <a:rPr lang="en-US" sz="1200" b="1" dirty="0"/>
              <a:t>:</a:t>
            </a:r>
            <a:endParaRPr sz="1200" b="1" dirty="0"/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Flat networks allow attackers free movement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Poor segmentation increases breach impact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Unverified devices can join the network</a:t>
            </a:r>
          </a:p>
          <a:p>
            <a:pPr>
              <a:buFont typeface="Courier New" panose="02070309020205020404" pitchFamily="49" charset="0"/>
              <a:buChar char="o"/>
            </a:pPr>
            <a:endParaRPr sz="1200" dirty="0"/>
          </a:p>
          <a:p>
            <a:pPr marL="0" indent="0">
              <a:buNone/>
            </a:pPr>
            <a:r>
              <a:rPr lang="en-US" sz="1200" b="1" dirty="0"/>
              <a:t>Industry Shift: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Zero Trust (NIST 800-207) requires identity &amp; device verification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Least privilege and visibility are now required</a:t>
            </a:r>
          </a:p>
          <a:p>
            <a:pPr>
              <a:buFont typeface="Courier New" panose="02070309020205020404" pitchFamily="49" charset="0"/>
              <a:buChar char="o"/>
            </a:pPr>
            <a:endParaRPr sz="1200" dirty="0"/>
          </a:p>
          <a:p>
            <a:pPr marL="0" indent="0">
              <a:buNone/>
            </a:pPr>
            <a:r>
              <a:rPr sz="1200" b="1" dirty="0"/>
              <a:t>Why This Project Matters</a:t>
            </a:r>
            <a:r>
              <a:rPr lang="en-US" sz="1200" b="1" dirty="0"/>
              <a:t>:</a:t>
            </a:r>
            <a:endParaRPr sz="1200" b="1" dirty="0"/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Demonstrates modern security concepts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Shows practical Zero Trust in Cisco IOS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sz="1200" dirty="0"/>
              <a:t>Provides a repeatable secure network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653"/>
            <a:ext cx="7772400" cy="1456267"/>
          </a:xfrm>
        </p:spPr>
        <p:txBody>
          <a:bodyPr>
            <a:normAutofit/>
          </a:bodyPr>
          <a:lstStyle/>
          <a:p>
            <a:r>
              <a:rPr sz="3000" b="1" dirty="0"/>
              <a:t>Literature Review / Technology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5304"/>
            <a:ext cx="7772400" cy="61500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400" b="1" dirty="0"/>
              <a:t>Key Technologies</a:t>
            </a:r>
            <a:r>
              <a:rPr lang="en-US" sz="1400" b="1" dirty="0"/>
              <a:t>: </a:t>
            </a:r>
            <a:r>
              <a:rPr sz="1400" dirty="0"/>
              <a:t>VLAN segmentation</a:t>
            </a:r>
            <a:r>
              <a:rPr lang="en-US" sz="1400" dirty="0"/>
              <a:t>, </a:t>
            </a:r>
            <a:r>
              <a:rPr sz="1400" dirty="0"/>
              <a:t>ACLs</a:t>
            </a:r>
            <a:r>
              <a:rPr lang="en-US" sz="1400" dirty="0"/>
              <a:t>, </a:t>
            </a:r>
            <a:r>
              <a:rPr sz="1400" dirty="0" err="1"/>
              <a:t>microsegmentation</a:t>
            </a:r>
            <a:r>
              <a:rPr lang="en-US" sz="1400" dirty="0"/>
              <a:t>, </a:t>
            </a:r>
            <a:r>
              <a:rPr sz="1400" dirty="0"/>
              <a:t>Port Security</a:t>
            </a:r>
            <a:r>
              <a:rPr lang="en-US" sz="1400" dirty="0"/>
              <a:t>, </a:t>
            </a:r>
            <a:r>
              <a:rPr sz="1400" dirty="0"/>
              <a:t>DHCP Snooping</a:t>
            </a:r>
            <a:r>
              <a:rPr lang="en-US" sz="1400" dirty="0"/>
              <a:t>, </a:t>
            </a:r>
            <a:r>
              <a:rPr sz="1400" dirty="0"/>
              <a:t>AAA authentication (local)</a:t>
            </a:r>
            <a:r>
              <a:rPr lang="en-US" sz="1400" dirty="0"/>
              <a:t>, </a:t>
            </a:r>
            <a:r>
              <a:rPr sz="1400" dirty="0"/>
              <a:t>NAT</a:t>
            </a:r>
            <a:r>
              <a:rPr lang="en-US" sz="1400" dirty="0"/>
              <a:t>, </a:t>
            </a:r>
            <a:r>
              <a:rPr sz="1400" dirty="0"/>
              <a:t>DMZ architecture</a:t>
            </a:r>
            <a:r>
              <a:rPr lang="en-US" sz="1400" dirty="0"/>
              <a:t> and </a:t>
            </a:r>
            <a:r>
              <a:rPr sz="1400" dirty="0"/>
              <a:t>Syslog monitoring</a:t>
            </a:r>
          </a:p>
          <a:p>
            <a:pPr marL="0" indent="0">
              <a:buNone/>
            </a:pPr>
            <a:r>
              <a:rPr sz="1400" b="1" dirty="0"/>
              <a:t>Related Work</a:t>
            </a:r>
            <a:r>
              <a:rPr lang="en-US" sz="1400" b="1" dirty="0"/>
              <a:t>:</a:t>
            </a:r>
            <a:endParaRPr sz="1400" b="1" dirty="0"/>
          </a:p>
          <a:p>
            <a:pPr>
              <a:buFont typeface="Courier New" panose="02070309020205020404" pitchFamily="49" charset="0"/>
              <a:buChar char="o"/>
            </a:pPr>
            <a:r>
              <a:rPr sz="1400" dirty="0"/>
              <a:t>Cisco SAFE Architecture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sz="1400" dirty="0"/>
              <a:t>NIST Zero Trust Model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sz="1400" dirty="0"/>
              <a:t>Basic Packet Tracer VLAN labs</a:t>
            </a:r>
          </a:p>
          <a:p>
            <a:endParaRPr sz="1400" dirty="0"/>
          </a:p>
          <a:p>
            <a:pPr marL="0" indent="0">
              <a:buNone/>
            </a:pPr>
            <a:r>
              <a:rPr sz="1400" b="1" dirty="0"/>
              <a:t>Gap Filled</a:t>
            </a:r>
            <a:r>
              <a:rPr lang="en-US" sz="1400" b="1" dirty="0"/>
              <a:t>:</a:t>
            </a:r>
            <a:endParaRPr sz="1400" b="1" dirty="0"/>
          </a:p>
          <a:p>
            <a:r>
              <a:rPr sz="1400" dirty="0"/>
              <a:t>Most PT projects stop at VLANs.</a:t>
            </a:r>
          </a:p>
          <a:p>
            <a:r>
              <a:rPr sz="1400" dirty="0"/>
              <a:t>This project implements a full Zero Trust architecture, including DMZ, rogue device defense, secure management, and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Project</a:t>
            </a:r>
            <a:r>
              <a:rPr lang="en-US" dirty="0"/>
              <a:t>/design</a:t>
            </a:r>
            <a:r>
              <a:rPr dirty="0"/>
              <a:t> Requirements &amp;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1180"/>
            <a:ext cx="7772400" cy="397002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b="1" dirty="0"/>
              <a:t>Functional Requirements</a:t>
            </a:r>
            <a:r>
              <a:rPr lang="en-US" b="1" dirty="0"/>
              <a:t>:</a:t>
            </a:r>
            <a:endParaRPr b="1" dirty="0"/>
          </a:p>
          <a:p>
            <a:pPr marL="0" indent="0">
              <a:buNone/>
            </a:pPr>
            <a:r>
              <a:rPr dirty="0"/>
              <a:t>VLANs for each department</a:t>
            </a:r>
            <a:r>
              <a:rPr lang="en-US" dirty="0"/>
              <a:t>, </a:t>
            </a:r>
            <a:r>
              <a:rPr dirty="0"/>
              <a:t>Secure Inter-VLAN routing</a:t>
            </a:r>
            <a:r>
              <a:rPr lang="en-US" dirty="0"/>
              <a:t>, </a:t>
            </a:r>
            <a:r>
              <a:rPr dirty="0"/>
              <a:t>DMZ for public services</a:t>
            </a:r>
            <a:r>
              <a:rPr lang="en-US" dirty="0"/>
              <a:t>, </a:t>
            </a:r>
            <a:r>
              <a:rPr dirty="0"/>
              <a:t>AAA + SSH authentication</a:t>
            </a:r>
            <a:r>
              <a:rPr lang="en-US" dirty="0"/>
              <a:t>, </a:t>
            </a:r>
            <a:r>
              <a:rPr dirty="0"/>
              <a:t>NAT to Internet</a:t>
            </a:r>
            <a:r>
              <a:rPr lang="en-US" dirty="0"/>
              <a:t>, </a:t>
            </a:r>
            <a:r>
              <a:rPr dirty="0"/>
              <a:t>Syslog logging</a:t>
            </a:r>
            <a:r>
              <a:rPr lang="en-US" dirty="0"/>
              <a:t>,</a:t>
            </a:r>
            <a:endParaRPr dirty="0"/>
          </a:p>
          <a:p>
            <a:pPr marL="0" indent="0">
              <a:buNone/>
            </a:pPr>
            <a:r>
              <a:rPr dirty="0"/>
              <a:t>Rogue device prevention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Non-Functional Requirements</a:t>
            </a:r>
          </a:p>
          <a:p>
            <a:r>
              <a:rPr dirty="0"/>
              <a:t>Security</a:t>
            </a:r>
          </a:p>
          <a:p>
            <a:r>
              <a:rPr dirty="0"/>
              <a:t>Scalability</a:t>
            </a:r>
          </a:p>
          <a:p>
            <a:r>
              <a:rPr dirty="0"/>
              <a:t>Maintainability</a:t>
            </a:r>
          </a:p>
          <a:p>
            <a:r>
              <a:rPr dirty="0"/>
              <a:t>Realistic enterprise design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Constraints</a:t>
            </a:r>
          </a:p>
          <a:p>
            <a:r>
              <a:rPr dirty="0"/>
              <a:t>Packet Tracer limitations:</a:t>
            </a:r>
          </a:p>
          <a:p>
            <a:r>
              <a:rPr dirty="0"/>
              <a:t>No full RADIUS</a:t>
            </a:r>
          </a:p>
          <a:p>
            <a:r>
              <a:rPr dirty="0"/>
              <a:t>No VPN endpoints</a:t>
            </a:r>
          </a:p>
          <a:p>
            <a:r>
              <a:rPr dirty="0"/>
              <a:t>Port security unreliable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Methodology / Design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b="1" dirty="0"/>
              <a:t>Architecture</a:t>
            </a:r>
          </a:p>
          <a:p>
            <a:r>
              <a:rPr dirty="0"/>
              <a:t>Cisco 2911 router (routing + NAT)</a:t>
            </a:r>
          </a:p>
          <a:p>
            <a:r>
              <a:rPr dirty="0"/>
              <a:t>Dual 2960 switches (access + </a:t>
            </a:r>
            <a:r>
              <a:rPr dirty="0" err="1"/>
              <a:t>trunking</a:t>
            </a:r>
            <a:r>
              <a:rPr dirty="0"/>
              <a:t>)</a:t>
            </a:r>
          </a:p>
          <a:p>
            <a:r>
              <a:rPr dirty="0"/>
              <a:t>Zero Trust segmentation per VLAN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Approach</a:t>
            </a:r>
          </a:p>
          <a:p>
            <a:r>
              <a:rPr dirty="0"/>
              <a:t>Cisco design principles</a:t>
            </a:r>
          </a:p>
          <a:p>
            <a:r>
              <a:rPr dirty="0"/>
              <a:t>Iterative build-test-improve cycle</a:t>
            </a:r>
          </a:p>
          <a:p>
            <a:r>
              <a:rPr dirty="0"/>
              <a:t>Threat modeling (rogue DHCP, lateral movement)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Tools</a:t>
            </a:r>
          </a:p>
          <a:p>
            <a:r>
              <a:rPr dirty="0"/>
              <a:t>Cisco Packet Tracer 8.x</a:t>
            </a:r>
          </a:p>
          <a:p>
            <a:r>
              <a:rPr dirty="0"/>
              <a:t>IOS CLI</a:t>
            </a:r>
          </a:p>
          <a:p>
            <a:r>
              <a:rPr dirty="0"/>
              <a:t>Syslog 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b="1" dirty="0"/>
              <a:t>Key Components</a:t>
            </a:r>
          </a:p>
          <a:p>
            <a:r>
              <a:rPr dirty="0"/>
              <a:t>8 VLANs (Users, HR, Finance, Guest, </a:t>
            </a:r>
            <a:r>
              <a:rPr dirty="0" err="1"/>
              <a:t>Mgmt</a:t>
            </a:r>
            <a:r>
              <a:rPr dirty="0"/>
              <a:t>, Servers, DMZ, Native)</a:t>
            </a:r>
          </a:p>
          <a:p>
            <a:r>
              <a:rPr dirty="0"/>
              <a:t>Router-on-a-stick with </a:t>
            </a:r>
            <a:r>
              <a:rPr dirty="0" err="1"/>
              <a:t>subinterfaces</a:t>
            </a:r>
            <a:endParaRPr dirty="0"/>
          </a:p>
          <a:p>
            <a:r>
              <a:rPr dirty="0"/>
              <a:t>ACLs applied inbound to each VLAN</a:t>
            </a:r>
          </a:p>
          <a:p>
            <a:r>
              <a:rPr dirty="0"/>
              <a:t>NAT overload</a:t>
            </a:r>
          </a:p>
          <a:p>
            <a:r>
              <a:rPr dirty="0"/>
              <a:t>Syslog on all devices</a:t>
            </a:r>
          </a:p>
          <a:p>
            <a:r>
              <a:rPr dirty="0"/>
              <a:t>Port security</a:t>
            </a:r>
          </a:p>
          <a:p>
            <a:r>
              <a:rPr dirty="0"/>
              <a:t>DHCP snooping</a:t>
            </a:r>
          </a:p>
          <a:p>
            <a:r>
              <a:rPr dirty="0"/>
              <a:t>AAA Local + SSH</a:t>
            </a:r>
          </a:p>
          <a:p>
            <a:r>
              <a:rPr dirty="0"/>
              <a:t>DMZ Web Server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Technical Challenges</a:t>
            </a:r>
          </a:p>
          <a:p>
            <a:r>
              <a:rPr dirty="0"/>
              <a:t>DHCP Snooping + trunk complexity</a:t>
            </a:r>
          </a:p>
          <a:p>
            <a:r>
              <a:rPr dirty="0"/>
              <a:t>Packet Tracer limitations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21088"/>
            <a:ext cx="7772400" cy="36491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000" b="1" dirty="0"/>
              <a:t>Testing Conducted</a:t>
            </a:r>
          </a:p>
          <a:p>
            <a:r>
              <a:rPr sz="1000" dirty="0"/>
              <a:t>Ping gateway tests</a:t>
            </a:r>
          </a:p>
          <a:p>
            <a:r>
              <a:rPr sz="1000" dirty="0"/>
              <a:t>Allowed/blocked VLAN communication</a:t>
            </a:r>
          </a:p>
          <a:p>
            <a:r>
              <a:rPr sz="1000" dirty="0"/>
              <a:t>DMZ access rules</a:t>
            </a:r>
          </a:p>
          <a:p>
            <a:r>
              <a:rPr sz="1000" dirty="0"/>
              <a:t>Rogue DHCP attack</a:t>
            </a:r>
          </a:p>
          <a:p>
            <a:r>
              <a:rPr sz="1000" dirty="0"/>
              <a:t>ACL enforcement</a:t>
            </a:r>
          </a:p>
          <a:p>
            <a:r>
              <a:rPr sz="1000" dirty="0"/>
              <a:t>SSH login</a:t>
            </a:r>
          </a:p>
          <a:p>
            <a:r>
              <a:rPr sz="1000" dirty="0"/>
              <a:t>Syslog event capture</a:t>
            </a:r>
          </a:p>
          <a:p>
            <a:endParaRPr sz="1000" dirty="0"/>
          </a:p>
          <a:p>
            <a:pPr marL="0" indent="0">
              <a:buNone/>
            </a:pPr>
            <a:r>
              <a:rPr sz="1000" b="1" dirty="0"/>
              <a:t>Results</a:t>
            </a:r>
          </a:p>
          <a:p>
            <a:r>
              <a:rPr sz="1000" dirty="0"/>
              <a:t>Segmentation successful</a:t>
            </a:r>
          </a:p>
          <a:p>
            <a:r>
              <a:rPr sz="1000" dirty="0" err="1"/>
              <a:t>Microsegmentation</a:t>
            </a:r>
            <a:r>
              <a:rPr sz="1000" dirty="0"/>
              <a:t> enforced</a:t>
            </a:r>
          </a:p>
          <a:p>
            <a:r>
              <a:rPr sz="1000" dirty="0"/>
              <a:t>DMZ isolated correctly</a:t>
            </a:r>
          </a:p>
          <a:p>
            <a:r>
              <a:rPr sz="1000" dirty="0"/>
              <a:t>Rogue DHCP blocked</a:t>
            </a:r>
          </a:p>
          <a:p>
            <a:r>
              <a:rPr sz="1000" dirty="0"/>
              <a:t>SSH secure access 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/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01843"/>
            <a:ext cx="7772400" cy="36491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100" b="1" dirty="0"/>
              <a:t>Achievements</a:t>
            </a:r>
          </a:p>
          <a:p>
            <a:r>
              <a:rPr sz="1100" dirty="0"/>
              <a:t>Fully functional Zero Trust network</a:t>
            </a:r>
          </a:p>
          <a:p>
            <a:r>
              <a:rPr sz="1100" dirty="0"/>
              <a:t>Complete segmentation of all departments</a:t>
            </a:r>
          </a:p>
          <a:p>
            <a:r>
              <a:rPr sz="1100" dirty="0"/>
              <a:t>Enforced least privilege</a:t>
            </a:r>
          </a:p>
          <a:p>
            <a:r>
              <a:rPr sz="1100" dirty="0"/>
              <a:t>Functional DMZ</a:t>
            </a:r>
          </a:p>
          <a:p>
            <a:r>
              <a:rPr sz="1100" dirty="0"/>
              <a:t>Secure admin access (SSH + AAA)</a:t>
            </a:r>
          </a:p>
          <a:p>
            <a:r>
              <a:rPr sz="1100" dirty="0"/>
              <a:t>Rogue DHCP prevented</a:t>
            </a:r>
          </a:p>
          <a:p>
            <a:r>
              <a:rPr sz="1100" dirty="0"/>
              <a:t>Syslog capturing events</a:t>
            </a:r>
          </a:p>
          <a:p>
            <a:endParaRPr sz="1100" dirty="0"/>
          </a:p>
          <a:p>
            <a:pPr marL="0" indent="0">
              <a:buNone/>
            </a:pPr>
            <a:r>
              <a:rPr sz="1100" b="1" dirty="0"/>
              <a:t>Screenshots Presented</a:t>
            </a:r>
          </a:p>
          <a:p>
            <a:r>
              <a:rPr sz="1100" dirty="0"/>
              <a:t>Final topology</a:t>
            </a:r>
          </a:p>
          <a:p>
            <a:r>
              <a:rPr sz="1100" dirty="0"/>
              <a:t>Syslog logs</a:t>
            </a:r>
          </a:p>
          <a:p>
            <a:r>
              <a:rPr sz="1100" dirty="0"/>
              <a:t>NAT table</a:t>
            </a:r>
          </a:p>
          <a:p>
            <a:r>
              <a:rPr sz="1100" dirty="0"/>
              <a:t>ACL tests</a:t>
            </a:r>
          </a:p>
          <a:p>
            <a:r>
              <a:rPr sz="1100" dirty="0"/>
              <a:t>DHCP snooping bindings</a:t>
            </a:r>
          </a:p>
          <a:p>
            <a:r>
              <a:rPr sz="1100" dirty="0"/>
              <a:t>SSH login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200" b="1" dirty="0"/>
              <a:t>Performance</a:t>
            </a:r>
          </a:p>
          <a:p>
            <a:r>
              <a:rPr sz="1200" dirty="0"/>
              <a:t>All major Zero Trust goals achieved</a:t>
            </a:r>
          </a:p>
          <a:p>
            <a:r>
              <a:rPr sz="1200" dirty="0"/>
              <a:t>ACLs + Snooping validated</a:t>
            </a:r>
          </a:p>
          <a:p>
            <a:r>
              <a:rPr sz="1200" dirty="0"/>
              <a:t>DMZ and management zones secured</a:t>
            </a:r>
          </a:p>
          <a:p>
            <a:endParaRPr sz="1200" dirty="0"/>
          </a:p>
          <a:p>
            <a:pPr marL="0" indent="0">
              <a:buNone/>
            </a:pPr>
            <a:r>
              <a:rPr sz="1200" b="1" dirty="0"/>
              <a:t>Issues Faced</a:t>
            </a:r>
          </a:p>
          <a:p>
            <a:r>
              <a:rPr sz="1200" dirty="0"/>
              <a:t>No RADIUS or VPN options</a:t>
            </a:r>
          </a:p>
          <a:p>
            <a:endParaRPr sz="1200" dirty="0"/>
          </a:p>
          <a:p>
            <a:pPr marL="0" indent="0">
              <a:buNone/>
            </a:pPr>
            <a:r>
              <a:rPr sz="1200" b="1" dirty="0"/>
              <a:t>Security Evaluation</a:t>
            </a:r>
          </a:p>
          <a:p>
            <a:r>
              <a:rPr sz="1200" dirty="0"/>
              <a:t>Lateral movement prevented</a:t>
            </a:r>
          </a:p>
          <a:p>
            <a:r>
              <a:rPr sz="1200" dirty="0"/>
              <a:t>Rogue devices blocked</a:t>
            </a:r>
          </a:p>
          <a:p>
            <a:r>
              <a:rPr sz="1200" dirty="0"/>
              <a:t>All VLANs isolated</a:t>
            </a:r>
          </a:p>
          <a:p>
            <a:r>
              <a:rPr sz="1200" dirty="0"/>
              <a:t>Least privilege enforced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Add Cisco ASA firewall</a:t>
            </a:r>
          </a:p>
          <a:p>
            <a:r>
              <a:rPr dirty="0"/>
              <a:t>Implement external RADIUS</a:t>
            </a:r>
          </a:p>
          <a:p>
            <a:r>
              <a:rPr dirty="0"/>
              <a:t>Add site-to-site IPsec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500" b="1" dirty="0"/>
              <a:t>Summary</a:t>
            </a:r>
          </a:p>
          <a:p>
            <a:r>
              <a:rPr sz="1500" dirty="0"/>
              <a:t>Built a complete Zero Trust architecture</a:t>
            </a:r>
          </a:p>
          <a:p>
            <a:r>
              <a:rPr sz="1500" dirty="0"/>
              <a:t>Implemented DMZ, NAT, ACLs, Snooping, Syslog, AAA</a:t>
            </a:r>
          </a:p>
          <a:p>
            <a:r>
              <a:rPr sz="1500" dirty="0"/>
              <a:t>Validated segmentation and access rules</a:t>
            </a:r>
          </a:p>
          <a:p>
            <a:r>
              <a:rPr sz="1500" dirty="0"/>
              <a:t>Successfully blocked rogue devices</a:t>
            </a:r>
          </a:p>
          <a:p>
            <a:endParaRPr sz="1500" dirty="0"/>
          </a:p>
          <a:p>
            <a:pPr marL="0" indent="0">
              <a:buNone/>
            </a:pPr>
            <a:r>
              <a:rPr sz="1500" b="1" dirty="0"/>
              <a:t>Personal Learning</a:t>
            </a:r>
          </a:p>
          <a:p>
            <a:r>
              <a:rPr sz="1500" dirty="0"/>
              <a:t>Stronger understanding of Cisco security</a:t>
            </a:r>
          </a:p>
          <a:p>
            <a:r>
              <a:rPr sz="1500" dirty="0"/>
              <a:t>Improved troubleshooting</a:t>
            </a:r>
          </a:p>
          <a:p>
            <a:r>
              <a:rPr sz="1500" dirty="0"/>
              <a:t>Hands-on Zero Trust experience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 Reza </a:t>
            </a:r>
            <a:r>
              <a:rPr lang="en-US" dirty="0" err="1"/>
              <a:t>Abdolee</a:t>
            </a:r>
            <a:endParaRPr dirty="0"/>
          </a:p>
          <a:p>
            <a:r>
              <a:rPr dirty="0"/>
              <a:t>Online Cisco documentation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Cisco SAFE Design Guide</a:t>
            </a:r>
          </a:p>
          <a:p>
            <a:r>
              <a:rPr dirty="0"/>
              <a:t>Cisco IOS Documentation</a:t>
            </a:r>
          </a:p>
          <a:p>
            <a:r>
              <a:rPr dirty="0"/>
              <a:t>NIST SP 800-207 Zero Trust</a:t>
            </a:r>
          </a:p>
          <a:p>
            <a:r>
              <a:rPr dirty="0"/>
              <a:t>CCNA Official Cert Guide</a:t>
            </a:r>
          </a:p>
          <a:p>
            <a:r>
              <a:rPr dirty="0"/>
              <a:t>Cisco Networking Academy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Supplementary Material</a:t>
            </a:r>
          </a:p>
        </p:txBody>
      </p:sp>
      <p:pic>
        <p:nvPicPr>
          <p:cNvPr id="5" name="Content Placeholder 4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8C0D9113-FA7A-2077-2A43-32FA3C5E2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20558"/>
            <a:ext cx="6507354" cy="3649662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1111</TotalTime>
  <Words>644</Words>
  <Application>Microsoft Office PowerPoint</Application>
  <PresentationFormat>On-screen Show (4:3)</PresentationFormat>
  <Paragraphs>161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Celestial</vt:lpstr>
      <vt:lpstr>PowerPoint Presentation</vt:lpstr>
      <vt:lpstr>Introduction</vt:lpstr>
      <vt:lpstr>Background / Problem Statement</vt:lpstr>
      <vt:lpstr>Literature Review / Technology Framework</vt:lpstr>
      <vt:lpstr>Project/design Requirements &amp; Specifications</vt:lpstr>
      <vt:lpstr>Methodology / Design Approach</vt:lpstr>
      <vt:lpstr>Implementation</vt:lpstr>
      <vt:lpstr>Testing &amp; Validation</vt:lpstr>
      <vt:lpstr>Results / Demonstration</vt:lpstr>
      <vt:lpstr>Discussion</vt:lpstr>
      <vt:lpstr>Future Work</vt:lpstr>
      <vt:lpstr>Conclusion</vt:lpstr>
      <vt:lpstr>Acknowledgments</vt:lpstr>
      <vt:lpstr>References</vt:lpstr>
      <vt:lpstr>Q&amp;A Session</vt:lpstr>
      <vt:lpstr>Supplementary Material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Eric Kachikian</cp:lastModifiedBy>
  <cp:revision>9</cp:revision>
  <dcterms:created xsi:type="dcterms:W3CDTF">2013-01-27T09:14:16Z</dcterms:created>
  <dcterms:modified xsi:type="dcterms:W3CDTF">2025-12-02T06:00:32Z</dcterms:modified>
  <cp:category/>
</cp:coreProperties>
</file>